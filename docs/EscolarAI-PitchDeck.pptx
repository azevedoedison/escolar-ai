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ESCOLAR AI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Educacional com Controle Parental via WhatsApp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Deck - Março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O PROBLEMA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ECA Digital - Lei 15.211/2025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Sancionado em SET/2025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Entrou em vigor em 17/03/2026 (6 dias!)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Obriga verificação de idade e controle parental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Veda perfilamento de crianças para ads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ChatGPT falha em proteger crianças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17920" y="173736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Controle parental "quebrado em minutos"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Folha, O Globo, Estadão (Out/2025)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Sem verificação de idade eficaz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Casos de suicídio ligados à 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ESTATÍSTICAS REAIS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31520" y="5212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crianças 9-17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anos usam 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42976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474720" y="5212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usaram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42976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217920" y="5212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adolescentes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13-16 anos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61120" y="42976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8961120" y="5212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Brasil no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ChatGPT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 SOLUÇÃO: ESCOLAR AI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educacional + Controle Parental + WhatsApp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Guard Rails Educationais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Responde apenas conteúdo escolar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Bloqueia temas inadequados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 camadas de proteção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Human review contínuo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0" y="18288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👨‍👩‍👧 Controle Parental via WhatsApp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17920" y="237744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Relatórios semanais automáticos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Alertas de bloqueio em tempo real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Sem instalação de apps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Interface familiar (WhatsApp)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EXEMPLO DE INTERAÇÃO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10972800" cy="1828800"/>
          </a:xfrm>
          <a:prstGeom prst="rect">
            <a:avLst>
              <a:gd name="adj" fmla="val 5000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Criança: "O que é fotossíntese?"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Escolar AI: "Fotossíntese é como se a planta fosse uma cozinheira! 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 pega luz do sol ☀️, água 💧 e CO₂ 🌬️ para fazer sua comida 🍬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solta oxigênio para a gente respirar! 🫧"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MERCADO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🇧🇷 EdTech Brasil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2025: USD 6,0 bilhões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2034: USD 15,6 bilhões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CAGR: 11,12%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Controle Parental (Global)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0" y="182880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2025: USD 1,57-1,7 bilhões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2034: USD 4,0-4,2 bilhões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CAGR: 9,8-12,3%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TAM / SAM / SOM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3200400" cy="1645920"/>
          </a:xfrm>
          <a:prstGeom prst="rect">
            <a:avLst>
              <a:gd name="adj" fmla="val 5556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milhões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famílias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4114800"/>
            <a:ext cx="3200400" cy="1645920"/>
          </a:xfrm>
          <a:prstGeom prst="rect">
            <a:avLst>
              <a:gd name="adj" fmla="val 5556"/>
            </a:avLst>
          </a:prstGeom>
          <a:solidFill>
            <a:srgbClr val="BFDBF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 milhões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famílias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0" y="4114800"/>
            <a:ext cx="3200400" cy="1645920"/>
          </a:xfrm>
          <a:prstGeom prst="rect">
            <a:avLst>
              <a:gd name="adj" fmla="val 5556"/>
            </a:avLst>
          </a:prstGeom>
          <a:solidFill>
            <a:srgbClr val="1E40A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10.000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famílias (Ano 1)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Fontes: TIC Kids Online 2025, Qustodio 2025, OpenPR, Fortune Business Insights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ANÁLISE COMPETITIVA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743200"/>
                <a:gridCol w="18288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Preço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 Parental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WhatsApp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Brasil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Khanmigo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US$ 44/ano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Mínimo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(só EUA)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Qustodio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US$ 55-100/ano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(sem IA)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Photomath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US$ 9,99/mês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Escolar 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R$ 49,90/mês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Avançado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Nativo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100%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VAZIO CONFIRMADO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4297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concorrente oferece a combinação: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Educacional + Controle Parental + WhatsApp no Brasil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MODELO DE NEGÓCIO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Turma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2560320" cy="1645920"/>
          </a:xfrm>
          <a:prstGeom prst="rect">
            <a:avLst>
              <a:gd name="adj" fmla="val 5556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R$ 29,90/mês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perguntas/mês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filho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mensal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8328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Escola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1737360"/>
            <a:ext cx="2560320" cy="1645920"/>
          </a:xfrm>
          <a:prstGeom prst="rect">
            <a:avLst>
              <a:gd name="adj" fmla="val 5556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R$ 49,90/mês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Ilimitado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4 filhos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Semanal + Mensal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avançado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0936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Instituição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09360" y="1737360"/>
            <a:ext cx="2560320" cy="1645920"/>
          </a:xfrm>
          <a:prstGeom prst="rect">
            <a:avLst>
              <a:gd name="adj" fmla="val 5556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R$ 899/mês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Ilimitado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100 alunos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completo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Suporte prioritário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35440" y="1188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Gratuito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235440" y="1737360"/>
            <a:ext cx="2103120" cy="1645920"/>
          </a:xfrm>
          <a:prstGeom prst="rect">
            <a:avLst>
              <a:gd name="adj" fmla="val 555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perguntas/mês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filho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relatório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PROJEÇÕES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Métrica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Assinantes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Escolas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R$ 760K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R$ 4,3M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R$ 15,3M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ARQUITETURA TÉCNICA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- Fase 1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Tecnologia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 Mensal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WhatsApp API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360dialog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R$ 3-5/mil msgs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Node.js + Fastify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 GPT-4o-mini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R$ 0,05-0,10/query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+ Redis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DigitalOcean / AWS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R$ 200-500/mês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GUARD RAILS (5 CAMADAS)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4572000"/>
            <a:ext cx="10972800" cy="2011680"/>
          </a:xfrm>
          <a:prstGeom prst="rect">
            <a:avLst>
              <a:gd name="adj" fmla="val 4545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Lista de bloqueio (palavras proibidas)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Classificador de intenção (GPT-4o-mini)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System prompt (persona educacional)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4: Validação pós-resposta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5: Human review (fila para análise)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GO-TO-MARKET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🐕 DOGFOODING (Fase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fundador (Edison) é o primeiro cliente.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 de filha 10 anos, com dor real de controle parental no ChatGPT.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CANAIS DE AQUISIÇÃO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Indicação (orgânico)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"Indique amigo, ganhe 1 mês grátis"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Instagram/TikTok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Vídeos: problema vs. solução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R$ 10-20K/mês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Escolas piloto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 escolas gratuitas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(caso de sucesso)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TIMELINE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" y="51206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1-3: MVP + Dogfooding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3-4: Beta (50 famílias)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4-6: Lançamento pago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6-9: 5-10 escolas + App mobile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9-12: Escala (10K+ usuários)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12-18: Rodada Seed (R$ 10-15M)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ESTRUTURA E INVESTIMENTO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EQUIPE ATUAL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CEO/Product: Edison Azevedo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CTO/Dev: A contratar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Pedagógico: Consultor part-time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Jurídico: Advogado LGPD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INVESTIMENTO NECESSÁRIO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0" y="182880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(Mês 1-3): R$ 50-100K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(Mês 4-8): R$ 500K-1,5M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(Mês 12-18): R$ 5-15M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VCs EdTech no Brasil (Top 5)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1480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Investimentos EdTech BR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Estágio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Bossa Invest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Seed, Pre-Seed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Canary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Seed, Series 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Igah Ventures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Series A, Seed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DOMO.VC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Seed, Pre-Seed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Owl Ventures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Series A-B (Global)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PRÓXIMOS PASSOS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 Dogfooding: Configurar WhatsApp bot com guard rails</a:t>
            </a:r>
            <a:endParaRPr lang="en-US" sz="18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 Validar com sua filha (10 anos)</a:t>
            </a:r>
            <a:endParaRPr lang="en-US" sz="18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 Coletar feedback real</a:t>
            </a:r>
            <a:endParaRPr lang="en-US" sz="18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4️⃣  Contratar advogado LGPD</a:t>
            </a:r>
            <a:endParaRPr lang="en-US" sz="18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5️⃣  Recrutar 50 famílias beta</a:t>
            </a:r>
            <a:endParaRPr lang="en-US" sz="18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6️⃣  Lançar versão paga</a:t>
            </a:r>
            <a:endParaRPr lang="en-US" sz="18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7️⃣  Fechar 5 escolas piloto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VEREDITO: GO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é real | O nicho está vazio | O timing é agora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Escolar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Escolar AI - Pitch Deck</dc:title>
  <dc:subject>PptxGenJS Presentation</dc:subject>
  <dc:creator>Edison Azevedo</dc:creator>
  <cp:lastModifiedBy>Edison Azevedo</cp:lastModifiedBy>
  <cp:revision>1</cp:revision>
  <dcterms:created xsi:type="dcterms:W3CDTF">2026-03-23T11:25:20Z</dcterms:created>
  <dcterms:modified xsi:type="dcterms:W3CDTF">2026-03-23T11:25:20Z</dcterms:modified>
</cp:coreProperties>
</file>